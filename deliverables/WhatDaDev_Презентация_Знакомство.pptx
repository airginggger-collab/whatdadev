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Открывашка знакомства. Кто мы: внедряем ELMA365 под ключ + свои продукты для документооборота. Главный козырь — сами живём в ELMA365. Рынки: РФ и Казахстан.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ELMA365 — российская low-code BPM-платформа. Один инструмент закрывает процессы, CRM, ЭДО/КЭДО, ServiceDesk, закупки, проекты, портал. Ключевое: настройка маршрутов без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Coordo — наш коробочный продукт на ELMA365. Три готовых контура. Маршруты настраиваются без кода. Мобильное приложение в комплекте. Модель — один раз, без подписки и доплат за пользователей.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Предварительный слайд. Показываем типы проектов без выдуманных цифр (правило: метрики не выдумываем). Реальные названия, логотипы и цифры добавим по согласованию с клиентами.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Экосистема: ЭДО — вход, дальше на той же платформе закрываем весь контур. Закрываем призывом: покажем на ваших документах за один разбор процесса. Контакты для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4C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134C7A"/>
          </a:solidFill>
          <a:ln w="15875">
            <a:solidFill>
              <a:srgbClr val="86B8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B8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 компании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" y="86868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18470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C2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Внедрение ELMA365 · документооборот из коробки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2621280" cy="1298448"/>
          </a:xfrm>
          <a:prstGeom prst="roundRect">
            <a:avLst>
              <a:gd name="adj" fmla="val 3521"/>
            </a:avLst>
          </a:prstGeom>
          <a:solidFill>
            <a:srgbClr val="1B5482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2395728"/>
            <a:ext cx="2548128" cy="1298448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Сами живём в ELMA365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E1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документооборот, задачи и процессы ведём в системе, которую внедряем.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61360" y="2395728"/>
            <a:ext cx="2621280" cy="1298448"/>
          </a:xfrm>
          <a:prstGeom prst="roundRect">
            <a:avLst>
              <a:gd name="adj" fmla="val 3521"/>
            </a:avLst>
          </a:prstGeom>
          <a:solidFill>
            <a:srgbClr val="1B5482"/>
          </a:solidFill>
          <a:ln/>
        </p:spPr>
      </p:sp>
      <p:sp>
        <p:nvSpPr>
          <p:cNvPr id="13" name="Text 11"/>
          <p:cNvSpPr/>
          <p:nvPr/>
        </p:nvSpPr>
        <p:spPr>
          <a:xfrm>
            <a:off x="3297936" y="2395728"/>
            <a:ext cx="2548128" cy="1298448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Сертифицированная команда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E1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Аналитики и low-code разработчики. У разработчиков — 10+ сертификатов ELMA.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65520" y="2395728"/>
            <a:ext cx="2621280" cy="1298448"/>
          </a:xfrm>
          <a:prstGeom prst="roundRect">
            <a:avLst>
              <a:gd name="adj" fmla="val 3521"/>
            </a:avLst>
          </a:prstGeom>
          <a:solidFill>
            <a:srgbClr val="1B5482"/>
          </a:solidFill>
          <a:ln/>
        </p:spPr>
      </p:sp>
      <p:sp>
        <p:nvSpPr>
          <p:cNvPr id="15" name="Text 13"/>
          <p:cNvSpPr/>
          <p:nvPr/>
        </p:nvSpPr>
        <p:spPr>
          <a:xfrm>
            <a:off x="6102096" y="2395728"/>
            <a:ext cx="2548128" cy="1298448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Продукт и услуги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E1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Внедрение под ключ и готовые коробочные контуры документооборота.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Россия</a:t>
            </a:r>
            <a:pPr indent="0" marL="0">
              <a:buNone/>
            </a:pPr>
            <a:r>
              <a:rPr lang="en-US" sz="100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и </a:t>
            </a:r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Казахстан</a:t>
            </a:r>
            <a:pPr indent="0" marL="0">
              <a:buNone/>
            </a:pPr>
            <a:r>
              <a:rPr lang="en-US" sz="100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Руководитель — </a:t>
            </a:r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лет</a:t>
            </a:r>
            <a:pPr indent="0" marL="0">
              <a:buNone/>
            </a:pPr>
            <a:r>
              <a:rPr lang="en-US" sz="100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в ELMA365</a:t>
            </a:r>
            <a:pPr indent="0" marL="0">
              <a:buNone/>
            </a:pPr>
            <a:r>
              <a:rPr lang="en-US" sz="100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Внедрение </a:t>
            </a:r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pPr indent="0" marL="0">
              <a:buNone/>
            </a:pPr>
            <a:r>
              <a:rPr lang="en-US" sz="100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продукт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Платформа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37260"/>
            <a:ext cx="100584" cy="100584"/>
          </a:xfrm>
          <a:prstGeom prst="rect">
            <a:avLst/>
          </a:prstGeom>
          <a:solidFill>
            <a:srgbClr val="1D5C9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961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НА ЧЁМ МЫ РАБОТАЕМ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ELMA365 — платформа автоматизации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Российская low-code платформа для бизнес-процессов. Один инструмент вместо зоопарка систем: процессы, документы, продажи и сервис — в одном контуре.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2606040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Процессы (BPM)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и регламенты без кода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51176" y="2606040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569464" y="2606040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CRM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Воронки, сделки, клиенты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45152" y="2606040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63440" y="2606040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ЭДО и КЭДО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Документы и кадровый ЭДО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39128" y="2606040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57416" y="2606040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ServiceDesk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Заявки, SLA, база знаний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3648456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3648456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Закупки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Заявки, поставщики, договоры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51176" y="3648456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569464" y="3648456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Проекты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Задачи, сроки, ресурсы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645152" y="3648456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663440" y="3648456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Корпортал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Портал, чат-боты, сервисы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39128" y="3648456"/>
            <a:ext cx="1947672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757416" y="3648456"/>
            <a:ext cx="1911096" cy="89611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Настройка без кода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Облако или on-premise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Продукт · Экспресс внедрение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37260"/>
            <a:ext cx="100584" cy="100584"/>
          </a:xfrm>
          <a:prstGeom prst="rect">
            <a:avLst/>
          </a:prstGeom>
          <a:solidFill>
            <a:srgbClr val="1D5C9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961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НАШ ПРОДУКТ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Coordo — готовый ЭДО из коробки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Упакованная экспертиза наших внедрений: документооборот на ELMA365, который запускается за недели, а не месяцы.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262128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2514600"/>
            <a:ext cx="2584704" cy="141732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Контур 01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Управление договорами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Полный цикл от инициации до архива: маршрут согласования, сроки, единый реестр.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61360" y="2514600"/>
            <a:ext cx="262128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9648" y="2514600"/>
            <a:ext cx="2584704" cy="141732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Контур 02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ОРД и приказы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Согласование и ознакомление с распорядительными документами, контроль исполнения.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65520" y="2514600"/>
            <a:ext cx="262128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83808" y="2514600"/>
            <a:ext cx="2584704" cy="141732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Контур 03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Корреспонденция</a:t>
            </a:r>
            <a:endParaRPr lang="en-US" sz="900" dirty="0"/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Регистрация входящих и исходящих, поручения, журналы.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1B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Маршруты без кода   ·   Мобильное приложение в комплекте   ·   Один раз, без подписки   ·   On-premise, ЭП, аудит-трейл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Проекты · предварительно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37260"/>
            <a:ext cx="100584" cy="100584"/>
          </a:xfrm>
          <a:prstGeom prst="rect">
            <a:avLst/>
          </a:prstGeom>
          <a:solidFill>
            <a:srgbClr val="1D5C9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961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ЧТО МЫ ДЕЛАЕМ НА ПРАКТИКЕ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Наши проекты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" y="1874520"/>
            <a:ext cx="2584704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spc="1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ПРОИЗВОДСТВО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Согласование договоров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Единый маршрут и реестр вместо переписки и бумаги. Прозрачные сроки на каждом этапе.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61360" y="18745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79648" y="1874520"/>
            <a:ext cx="2584704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spc="1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РИТЕЙЛ · СЕТЬ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ОРД и приказы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Контроль ознакомления и исполнения распорядительных документов по всей сети.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65520" y="18745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83808" y="1874520"/>
            <a:ext cx="2584704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spc="1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ЛОГИСТИКА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Корреспонденция</a:t>
            </a:r>
            <a:endParaRPr lang="en-US" sz="85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Единый учёт входящих и исходящих, поручения и журналы — ничего не теряется.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Клиенты: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3520440"/>
            <a:ext cx="1364285" cy="457200"/>
          </a:xfrm>
          <a:prstGeom prst="roundRect">
            <a:avLst>
              <a:gd name="adj" fmla="val 8000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1280160" y="3520440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AE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лого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90749" y="3520440"/>
            <a:ext cx="1364285" cy="457200"/>
          </a:xfrm>
          <a:prstGeom prst="roundRect">
            <a:avLst>
              <a:gd name="adj" fmla="val 8000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790749" y="3520440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AE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лого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1338" y="3520440"/>
            <a:ext cx="1364285" cy="457200"/>
          </a:xfrm>
          <a:prstGeom prst="roundRect">
            <a:avLst>
              <a:gd name="adj" fmla="val 8000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4301338" y="3520440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AE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811926" y="3520440"/>
            <a:ext cx="1364285" cy="457200"/>
          </a:xfrm>
          <a:prstGeom prst="roundRect">
            <a:avLst>
              <a:gd name="adj" fmla="val 8000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811926" y="3520440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AE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лого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22515" y="3520440"/>
            <a:ext cx="1364285" cy="457200"/>
          </a:xfrm>
          <a:prstGeom prst="roundRect">
            <a:avLst>
              <a:gd name="adj" fmla="val 8000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7322515" y="3520440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AE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лого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Кейсы с названиями компаний, логотипами и цифрами добавим по согласованию с клиентами.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Экосистема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37260"/>
            <a:ext cx="100584" cy="100584"/>
          </a:xfrm>
          <a:prstGeom prst="rect">
            <a:avLst/>
          </a:prstGeom>
          <a:solidFill>
            <a:srgbClr val="1D5C9A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8961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D5C9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ВЕСЬ КОНТУР НА ОДНОЙ ПЛАТФОРМЕ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Автоматизация на ELMA365 — не только ЭДО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Документооборот — это вход. На той же платформе закрываем остальные процессы, без смены систем.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" y="2286000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CRM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Продажи и клиенты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51176" y="2286000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9464" y="2286000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ЭДО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Документооборот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45152" y="2286000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2286000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КЭДО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Кадровый ЭДО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39128" y="2286000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57416" y="2286000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ServiceDesk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Заявки и SLA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3145536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Закупки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Снабжение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551176" y="3145536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569464" y="3145536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Маркетинг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Лиды и кампании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45152" y="3145536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45536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Проекты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Задачи и сроки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39128" y="3145536"/>
            <a:ext cx="194767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57416" y="3145536"/>
            <a:ext cx="1911096" cy="71323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1B2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Прочие процессы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9626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Портал, боты, сервисы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0" y="4133088"/>
            <a:ext cx="9144000" cy="1010412"/>
          </a:xfrm>
          <a:prstGeom prst="rect">
            <a:avLst/>
          </a:prstGeom>
          <a:solidFill>
            <a:srgbClr val="134C7A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22452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EF1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Покажем на ваших документах — за один разбор процесса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86400" y="42245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sales@whatdadev.ru</a:t>
            </a:r>
            <a:endParaRPr lang="en-US" sz="11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EF1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+7 980 471-57-72</a:t>
            </a:r>
            <a:endParaRPr lang="en-US" sz="11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C2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Telegram @WhatDaDev · whatdadev.ru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WhatDaDev — презентация для знакомства</dc:title>
  <dc:subject>PptxGenJS Presentation</dc:subject>
  <dc:creator>WhatDaDev</dc:creator>
  <cp:lastModifiedBy>WhatDaDev</cp:lastModifiedBy>
  <cp:revision>1</cp:revision>
  <dcterms:created xsi:type="dcterms:W3CDTF">2026-07-07T19:21:25Z</dcterms:created>
  <dcterms:modified xsi:type="dcterms:W3CDTF">2026-07-07T19:21:25Z</dcterms:modified>
</cp:coreProperties>
</file>